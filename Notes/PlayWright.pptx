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2" r:id="rId2"/>
    <p:sldId id="263" r:id="rId3"/>
    <p:sldId id="264" r:id="rId4"/>
    <p:sldId id="465" r:id="rId5"/>
    <p:sldId id="464" r:id="rId6"/>
    <p:sldId id="265" r:id="rId7"/>
    <p:sldId id="466" r:id="rId8"/>
    <p:sldId id="467" r:id="rId9"/>
    <p:sldId id="266" r:id="rId10"/>
    <p:sldId id="267" r:id="rId11"/>
    <p:sldId id="468" r:id="rId12"/>
    <p:sldId id="470" r:id="rId13"/>
    <p:sldId id="469" r:id="rId14"/>
    <p:sldId id="471" r:id="rId15"/>
    <p:sldId id="472" r:id="rId16"/>
    <p:sldId id="473" r:id="rId17"/>
    <p:sldId id="474" r:id="rId18"/>
    <p:sldId id="4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250D5-A81F-4B64-9110-F73CD348CB79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F587E-E9BE-4087-818C-CEBD1FC38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34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D7CE-2C2F-A3F8-4867-40F86E4F4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A1020-D69A-E42D-FDBF-680804441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6C477-68E0-178E-2186-538486C3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74A4-C43B-F576-CD14-21F35620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0E244-5D19-C6FD-5C59-F77F3733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10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C81C-70F2-11E9-9591-FAD340BD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D7229-9353-E754-8E88-F1305362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71CA0-C435-526C-601F-86968E20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F7CED-491A-37A7-B2D5-F61195C6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17146-975E-3431-4EF8-7C70DB31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36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9AB9-8863-CBD4-BECE-34EB9628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D4834-0915-8009-03FB-FEE77422E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F65FD-7B7F-72DD-AA01-8ACB7B83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ED770-4EFE-B6D7-2C3C-0A47AAF4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CFC49-C528-AE01-4D69-FDADA4BD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62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7719-9C70-063D-8749-55B40D56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1499-96A0-E9B0-3284-343E23B2C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A100E-D74B-8585-9651-8EAD3D2C0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D1E9D-C1ED-67D8-83F8-D6B222E9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AA7B1-3A71-E6D2-35FA-B9B3C495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CB20C-8362-3744-449C-57A3827A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61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81F8-2660-42BB-1549-9D6BB38E3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426CB-2A52-73E8-6708-4605E8275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B7E16-F8E5-045A-0263-A667D1F27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A33DD-E2DC-93D1-7804-3CB5405B9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03DCF-A33F-8777-2530-C645724FC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DE9B3-29D0-702E-4A6F-A0454AFF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21B8E3-31D3-A4C3-FCC0-DDECA46E2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FD901-E2EC-5846-2DF4-A8E5433A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51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B4E6-8058-E675-9919-E6AA70D8D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C6B55-B57A-584D-73A0-E53215E6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95175-D6BE-1728-8F39-2C40B6C3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14B32-1529-56C6-17AE-C5403711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4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5B542-039A-4FBF-B854-9AEA2F73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14C428-BDD2-E5C0-47BE-35BE0609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8B3F3-F138-BE1F-6042-9992C862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10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578B-2DEA-4AE8-74AD-678504CC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0805F-9FA9-96B7-9A0D-5DE670F8E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63F49-B473-946A-EA08-FF82C0648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79620-A1E3-6710-D485-D4602957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62D61-B930-0769-1C75-79365F3B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0419A-7EE1-FB67-F880-93EC324F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4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6B99-1F7D-F891-0A79-108FCB8A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59957-E929-8585-71F0-4B7F1C52D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116C7-DDFB-BB50-A132-9B1BAC23E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BC63A-5BDD-668E-B6C1-34D1438F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DD8A5-E80C-C1FE-40E2-6B924924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DE5CF-6A03-17A2-D832-8EE7FF7E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63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57D5-8FF2-9BCD-FAB8-AB549B30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80C93-92A3-A3BA-8546-952532804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A74E9-FA66-4870-67BB-E323BEB4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7D92-E11F-0F29-22BF-C3072D74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D596-13DD-CBA1-5D54-D582D210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44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7E75B-6884-EE72-2B0E-7547FC20C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FEDCA-F612-0960-3F10-128560D14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C3DBD-1D39-AE55-F415-AD56A0D4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56E0C-EB0D-06F2-90E0-3127F39A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6AD3B-3F12-18D0-E048-33F725C7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72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04DB0B-4F26-A1E9-E49A-B42389CA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4DC55-D3BD-05A9-946E-AB08A5916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71AE-5913-7EAF-E7B5-89B357171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0E238-BCFE-4D35-B400-D053280452B7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E3FD2-BC67-C50B-C77B-4E696F33E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02922-38BA-C068-8A03-F87673757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8AAF4-1E18-4797-B0B8-48C0F22D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6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80" y="1611984"/>
            <a:ext cx="10985010" cy="3478439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Metropolis Extra Bold" panose="000009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                  Playwright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4579F8-EFE3-FA53-3EAE-E8F5F1C42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567" y="1293777"/>
            <a:ext cx="1954697" cy="175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8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itka Small Semibold" pitchFamily="2" charset="0"/>
                <a:ea typeface="Apple Symbols" panose="02000000000000000000" pitchFamily="2" charset="-79"/>
                <a:cs typeface="Apple Symbols" panose="02000000000000000000" pitchFamily="2" charset="-79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21" y="975967"/>
            <a:ext cx="10704767" cy="5723681"/>
          </a:xfrm>
        </p:spPr>
        <p:txBody>
          <a:bodyPr>
            <a:noAutofit/>
          </a:bodyPr>
          <a:lstStyle/>
          <a:p>
            <a:pPr marL="457200" indent="-457200" algn="l"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Introduction to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PlayWright</a:t>
            </a: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457200" indent="-457200" algn="l"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Installation of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PlayWright</a:t>
            </a: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457200" indent="-457200" algn="l"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First Test in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PlayWright</a:t>
            </a: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457200" indent="-457200" algn="l">
              <a:buAutoNum type="arabicPeriod"/>
            </a:pP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WebElement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Interaction</a:t>
            </a:r>
          </a:p>
          <a:p>
            <a:pPr marL="457200" indent="-457200" algn="l">
              <a:buAutoNum type="arabicPeriod"/>
            </a:pP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VerifyText,Login,ViewPort</a:t>
            </a: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457200" indent="-457200" algn="l"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Record Script in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PlayWright</a:t>
            </a: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457200" indent="-457200" algn="l"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Screenshots and videos in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PlayWrigth</a:t>
            </a: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457200" indent="-457200" algn="l"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Reports in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PlayWright</a:t>
            </a: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457200" indent="-457200" algn="l"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457200" indent="-457200" algn="l">
              <a:buAutoNum type="arabicPeriod"/>
            </a:pPr>
            <a:endParaRPr lang="en-IN" sz="2200" b="0" i="0" dirty="0">
              <a:effectLst/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0" indent="0" algn="l">
              <a:buNone/>
            </a:pPr>
            <a:endParaRPr lang="en-IN" sz="2200" b="0" i="0" dirty="0">
              <a:solidFill>
                <a:schemeClr val="bg1"/>
              </a:solidFill>
              <a:effectLst/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3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Introduction To Playwright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21" y="975967"/>
            <a:ext cx="7679965" cy="5723681"/>
          </a:xfrm>
        </p:spPr>
        <p:txBody>
          <a:bodyPr>
            <a:noAutofit/>
          </a:bodyPr>
          <a:lstStyle/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 is a E2E open source testing and automation framework for modern  web apps that allows you to do testing in any browser, device or platform using the language of your choice.</a:t>
            </a:r>
          </a:p>
          <a:p>
            <a:pPr algn="just"/>
            <a:endParaRPr lang="en-US" sz="20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 is an open source test automation library initially developed by Microsoft contributors.</a:t>
            </a:r>
          </a:p>
          <a:p>
            <a:pPr algn="just"/>
            <a:endParaRPr lang="en-US" sz="20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It allows testing Chromium, Firefox and WebKit with a single API.</a:t>
            </a:r>
          </a:p>
          <a:p>
            <a:pPr algn="just"/>
            <a:endParaRPr lang="en-US" sz="20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Playwright supports programming languages such as Java, Python, C# and Node JS with JavaScript.</a:t>
            </a:r>
          </a:p>
          <a:p>
            <a:pPr algn="just"/>
            <a:endParaRPr lang="en-US" sz="20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 It is built to enable cross-browser web automation that is reliable, fast and capable.</a:t>
            </a:r>
            <a:endParaRPr lang="en-IN" sz="20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IN" sz="20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CEEA1A-A5E9-4C3A-E463-3921DC663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207" y="1927729"/>
            <a:ext cx="3330572" cy="298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4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Playwright Architecture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2461677-3B7B-0FC0-B2A5-ED378BC48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18614" y="3800667"/>
            <a:ext cx="6699031" cy="2449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BAD223-341D-A1E0-41D0-F57DA893E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8614" y="1535118"/>
            <a:ext cx="6699031" cy="20818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903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Playwright Architecture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D446A7-80A5-B49F-765D-60B53BAA7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58" y="894095"/>
            <a:ext cx="6961329" cy="561040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Selenium sends each command as a separate HTTP request and receives JSON responses. 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So, every action, such as opening the browser, clicking an element, or sending keys in a text box, is sent as a separate HTTP request.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Additionally, after completion of every request, the connection between server and client will be terminated, which needed to be re-established for the next request.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Connection termination after every request result in slower execution which introduces a layer of flakiness.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Playwright, on the other hand, communicates all requests through a single Web socket connection, which stays in place until test execution is completed.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This reduces the points of failure and allows commands to be sent quickly on a single connection.</a:t>
            </a:r>
          </a:p>
          <a:p>
            <a:pPr algn="just"/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24C107-F395-1D38-B8F4-F7B75123E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787" y="1433486"/>
            <a:ext cx="4673755" cy="4530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389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Playwright Vs Selenium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A8A103-9AD1-0866-F3B8-66D0A0768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72998" y="1183598"/>
            <a:ext cx="9602495" cy="51700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902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Playwright Vs Selenium Which to Choose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6"/>
            <a:ext cx="10873033" cy="588433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Both Playwright and Selenium have advantages and limitations, which means choosing between them is subjective to the scenario they will be used for.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 offers fast testing in complex web applications with headless architecture and requires NodeJS as a prerequisite, it is relatively new. 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 lacks support on various levels, such as community, browsers, real devices, language options, and integrations. 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Selenium has all of this to offer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Each supports CI/CD for a software project with due accuracy.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 has the upper hand in complex web applications, but has limited coverage.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On the contrary, Selenium offers comprehensive coverage, scalability, flexibility, and strong community support.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 depends on the project requirements and the priorities to choose one among these two testing frameworks. 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When the architecture is very complex with limited coverage, then Playwright is the option to select for testing. </a:t>
            </a:r>
          </a:p>
          <a:p>
            <a:pPr algn="just">
              <a:lnSpc>
                <a:spcPct val="130000"/>
              </a:lnSpc>
            </a:pPr>
            <a:r>
              <a:rPr lang="en-US" sz="24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 a scenario that requires wider coverage, Selenium is the best.</a:t>
            </a:r>
            <a:endParaRPr lang="en-IN" sz="24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22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Key Features of the playwright Framework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0873033" cy="5361646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Support for cross-browser platforms built on Chromium, WebKit, and Firefox - which includes Chrome, Edge, Firefox, Opera, and Safari.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Auto-wait built-in, smart assertions that retry until the element is found, and test data tracing - keep track of logs, videos and screenshots easily.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Support for cross-language, including JavaScript, TypeScript, Python, Java, and .NET- write tests in the environment that suits you while still covering all areas and formats.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Support for cross-platform execution on Windows, Linux, and macOS.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Built with modern architecture and no restrictions - interact with multi-page, multi-tab websites like a real user, and tackle frames and browser events with ease.</a:t>
            </a:r>
            <a:endParaRPr lang="en-IN" sz="22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01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Metropolis Extra Bold" panose="000009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Playwright Installation and Its Project Structure</a:t>
            </a:r>
            <a:endParaRPr lang="en-US" sz="2800" b="1" dirty="0">
              <a:latin typeface="Metropolis Extra Bold" panose="000009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ABE584-3FB8-DA34-C57D-AEA17B275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21" y="815317"/>
            <a:ext cx="9243689" cy="5361646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Here are the prerequisites to install Playwright: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NodeJS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VS Code Editor</a:t>
            </a:r>
          </a:p>
          <a:p>
            <a:pPr algn="just">
              <a:lnSpc>
                <a:spcPct val="110000"/>
              </a:lnSpc>
            </a:pPr>
            <a:r>
              <a:rPr lang="en-US" sz="22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Steps to install the Playwright: 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After the prerequisites, Create a folder with "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Playwright_Demo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" as folder name.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Launch VS Code Editor and Open the "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Playwright_Demo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" Folder.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Open your terminal and Run this command: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npm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playwright@latest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 will download the browsers needed as well as create the following files i.e. 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playwright.config.ts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package. 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and package-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lock.json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2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92FCC4-01C2-6EA2-9369-412EE7393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322" y="1182005"/>
            <a:ext cx="2413693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19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Metropolis Extra Bold" panose="000009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First Test Case In Playwright</a:t>
            </a:r>
            <a:endParaRPr lang="en-US" sz="2800" dirty="0">
              <a:latin typeface="Metropolis Extra Bold" panose="000009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BEB1B89-83F3-54F6-B094-D3D42BE7B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4433" y="1685389"/>
            <a:ext cx="10303133" cy="4541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Test Execution In Playwright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0873033" cy="5361646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Run this command to run your tests: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npx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playwright test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This command will run your tests in headless mode for all three browsers i.e. Chromium, Firefox and 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WebKit.ast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read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 see the report, One can run this command that will open report in your browser.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npx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playwright show-report</a:t>
            </a:r>
            <a:endParaRPr lang="en-IN" sz="22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22D91-F8C4-7CC9-94A0-050F48AEC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578" y="4033879"/>
            <a:ext cx="9388654" cy="2743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824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Playwright Locators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0873033" cy="536164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Locators are the central piece of Playwright's auto-waiting and retry-ability. In a nutshell, locators represent a way to find element(s) on the page at any moment.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the recommended built-in locators.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page.getByRole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 :to locate by explicit and implicit accessibility attributes.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page.getByText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 :to locate by text content.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page.getByLabel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(): to locate a form control by associated label's text.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page.getByPlaceholder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 :to locate an input by placeholder.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page.getByAltText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(): to locate an element, usually image, by its text alternative.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page.getByTitle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 :to locate an element by its title attribute.</a:t>
            </a:r>
          </a:p>
          <a:p>
            <a:pPr algn="just">
              <a:lnSpc>
                <a:spcPct val="110000"/>
              </a:lnSpc>
            </a:pP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page.getByTestId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 :to locate an element based on its data-</a:t>
            </a:r>
            <a:r>
              <a:rPr lang="en-US" sz="2200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testid</a:t>
            </a:r>
            <a:r>
              <a:rPr lang="en-US" sz="22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attribute (other attributes can be configured).</a:t>
            </a:r>
            <a:endParaRPr lang="en-IN" sz="22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675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Viewport In Playwright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0873033" cy="5361646"/>
          </a:xfrm>
        </p:spPr>
        <p:txBody>
          <a:bodyPr>
            <a:normAutofit/>
          </a:bodyPr>
          <a:lstStyle/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 Playwright, a "viewport" refers to the visible area of a web page that is rendered in the browser.</a:t>
            </a:r>
          </a:p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It's essentially the size of the browser window when it displays the webpage.</a:t>
            </a:r>
          </a:p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Setting the viewport size allows you to simulate how a webpage will look on different devices and screen resolutions.</a:t>
            </a:r>
          </a:p>
          <a:p>
            <a:pPr algn="just"/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You can configure the viewport size when launching a browser instance or when creating a page.</a:t>
            </a:r>
          </a:p>
          <a:p>
            <a:pPr algn="just">
              <a:lnSpc>
                <a:spcPct val="110000"/>
              </a:lnSpc>
            </a:pPr>
            <a:endParaRPr lang="en-IN" sz="2200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5705FC-B42D-5440-CC93-1A94CDA34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67" y="3429000"/>
            <a:ext cx="5856331" cy="24809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BDBD1E-22CC-8317-850A-13EBAE085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640" y="3429000"/>
            <a:ext cx="5106480" cy="248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0479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Record Script In Playwright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1180190" cy="576459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 Playwright Code Generator is a tool that helps you create automated tests for web applications by recording your interactions in a browser.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As you perform actions (like clicking buttons, filling forms, etc.), the code generator generates corresponding Playwright script code in real-time.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This feature simplifies the process of writing tests by providing a visual way to create scripts.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 Playwright, you can record scripts using the Playwright CLI tool or the Playwright code generator. 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Here’s how to do it: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Using the Playwright Code Generator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Run the Code Generator: You can start the Playwright code generator by running: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npx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playwright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codegen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&lt;URL&gt;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Replace &lt;URL&gt; with the website you want to test. </a:t>
            </a:r>
          </a:p>
          <a:p>
            <a:pPr algn="just">
              <a:lnSpc>
                <a:spcPct val="110000"/>
              </a:lnSpc>
            </a:pPr>
            <a:r>
              <a:rPr lang="en-US" sz="2000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npx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playwright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codegen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https://example.com</a:t>
            </a:r>
            <a:endParaRPr lang="en-IN" sz="2000" b="1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776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Screenshot In Playwright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1180190" cy="5764592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Capturing screenshots in Playwright is straightforward and can be done using the screenshot() method. 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Here’s how you can take screenshots of a webpage or specific elements.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Full page screenshot is a screenshot of a full scrollable page, as if you had a very tall screen and the page could fit it entirely.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await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page.screenshot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({ path: 'screenshot.png',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fullPage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true });</a:t>
            </a:r>
          </a:p>
          <a:p>
            <a:pPr algn="just">
              <a:lnSpc>
                <a:spcPct val="110000"/>
              </a:lnSpc>
            </a:pPr>
            <a:endParaRPr lang="en-US" sz="2000" b="1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Element screenshot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Sometimes it is useful to take a screenshot of a single element.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await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page.locator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('.header').screenshot({ path: 'screenshot.png' });</a:t>
            </a:r>
            <a:endParaRPr lang="en-IN" sz="2000" b="1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268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Videos In Playwright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1180190" cy="5764592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Record video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 Test can record videos for your tests, controlled by the video option in your Playwright config. By default videos are off.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'off' - Do not record video.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'on' - Record video for each test.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'retain-on-failure' - Record video for each test, but remove all videos from successful test runs.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'on-first-retry' - Record video only when retrying a test for the first time.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Video files will appear in the test output directory, typically test-results. 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Videos are saved upon browser context closure at the end of a test. 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If you create a browser context manually, make sure to await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browserContext.close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().</a:t>
            </a:r>
            <a:endParaRPr lang="en-IN" sz="2000" b="1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778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Dropdown In Playwright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1180190" cy="576459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Handling dropdowns in Playwright can be done in several ways, depending on whether you're working with &lt;select&gt; elements or custom dropdown implementations. 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standard &lt;select&gt; elements, use the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selectOption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method.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custom dropdowns, simulate clicks to open and select options.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Selects one or multiple options in the &lt;select&gt; element with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locator.selectOption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You can specify option value, or label to select. Multiple options can be selected.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// Single selection matching the value or label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await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page.getByLabel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('Choose a color').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selectOption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('blue');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// Single selection matching the label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await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page.getByLabel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('Choose a color').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selectOption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({ label: 'Blue' });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// Multiple selected items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await 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page.getByLabel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('Choose multiple colors').</a:t>
            </a: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selectOption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(['red', 'green', 'blue']);</a:t>
            </a:r>
            <a:endParaRPr lang="en-IN" sz="2000" b="1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95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2C7D0-320B-E708-B642-2EB1CB3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" y="0"/>
            <a:ext cx="121879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Metropolis Extra Bold" panose="00000900000000000000" pitchFamily="50" charset="0"/>
                <a:cs typeface="Apple Symbols" panose="02000000000000000000" pitchFamily="2" charset="-79"/>
              </a:rPr>
              <a:t>Reports In Playwright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F09E4F-E157-F425-B9C4-45AD5BC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645" y="158352"/>
            <a:ext cx="2479175" cy="6569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2E158-3A21-2850-B0B8-82486917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815317"/>
            <a:ext cx="11180190" cy="5764592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Playwright Test comes with a few built-in reporters for different needs and ability to provide custom reporters.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The easiest way to try out built-in reporters is to pass --reporter command line option.</a:t>
            </a:r>
          </a:p>
          <a:p>
            <a:pPr algn="just">
              <a:lnSpc>
                <a:spcPct val="110000"/>
              </a:lnSpc>
            </a:pPr>
            <a:r>
              <a:rPr lang="en-US" sz="2000" b="1" kern="100" dirty="0" err="1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npx</a:t>
            </a:r>
            <a:r>
              <a:rPr lang="en-US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playwright test --reporter=line</a:t>
            </a:r>
          </a:p>
          <a:p>
            <a:pPr algn="just">
              <a:lnSpc>
                <a:spcPct val="110000"/>
              </a:lnSpc>
            </a:pPr>
            <a:endParaRPr lang="en-US" sz="2000" b="1" kern="100" dirty="0">
              <a:latin typeface="Sitka Small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IN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Built-in reporters</a:t>
            </a:r>
          </a:p>
          <a:p>
            <a:pPr algn="just">
              <a:lnSpc>
                <a:spcPct val="110000"/>
              </a:lnSpc>
            </a:pPr>
            <a:r>
              <a:rPr lang="en-IN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List reporter</a:t>
            </a:r>
          </a:p>
          <a:p>
            <a:pPr algn="just">
              <a:lnSpc>
                <a:spcPct val="110000"/>
              </a:lnSpc>
            </a:pPr>
            <a:r>
              <a:rPr lang="en-IN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Line reporter</a:t>
            </a:r>
          </a:p>
          <a:p>
            <a:pPr algn="just">
              <a:lnSpc>
                <a:spcPct val="110000"/>
              </a:lnSpc>
            </a:pPr>
            <a:r>
              <a:rPr lang="en-IN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Dot reporter</a:t>
            </a:r>
          </a:p>
          <a:p>
            <a:pPr algn="just">
              <a:lnSpc>
                <a:spcPct val="110000"/>
              </a:lnSpc>
            </a:pPr>
            <a:r>
              <a:rPr lang="en-IN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HTML reporter</a:t>
            </a:r>
          </a:p>
          <a:p>
            <a:pPr algn="just">
              <a:lnSpc>
                <a:spcPct val="110000"/>
              </a:lnSpc>
            </a:pPr>
            <a:r>
              <a:rPr lang="en-IN" sz="2000" b="1" kern="100" dirty="0">
                <a:latin typeface="Sitka Small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JSON reporter</a:t>
            </a:r>
          </a:p>
        </p:txBody>
      </p:sp>
    </p:spTree>
    <p:extLst>
      <p:ext uri="{BB962C8B-B14F-4D97-AF65-F5344CB8AC3E}">
        <p14:creationId xmlns:p14="http://schemas.microsoft.com/office/powerpoint/2010/main" val="372181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2440</TotalTime>
  <Words>1560</Words>
  <Application>Microsoft Office PowerPoint</Application>
  <PresentationFormat>Widescreen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Metropolis Extra Bold</vt:lpstr>
      <vt:lpstr>Sitka Small Semibold</vt:lpstr>
      <vt:lpstr>Office Theme</vt:lpstr>
      <vt:lpstr>                  Playwright</vt:lpstr>
      <vt:lpstr>Modules</vt:lpstr>
      <vt:lpstr>Introduction To Playwright</vt:lpstr>
      <vt:lpstr>Playwright Architecture</vt:lpstr>
      <vt:lpstr>Playwright Architecture</vt:lpstr>
      <vt:lpstr>Playwright Vs Selenium</vt:lpstr>
      <vt:lpstr>Playwright Vs Selenium Which to Choose</vt:lpstr>
      <vt:lpstr>Key Features of the playwright Framework</vt:lpstr>
      <vt:lpstr>Playwright Installation and Its Project Structure</vt:lpstr>
      <vt:lpstr>First Test Case In Playwright</vt:lpstr>
      <vt:lpstr>Test Execution In Playwright</vt:lpstr>
      <vt:lpstr>Playwright Locators</vt:lpstr>
      <vt:lpstr>Viewport In Playwright</vt:lpstr>
      <vt:lpstr>Record Script In Playwright</vt:lpstr>
      <vt:lpstr>Screenshot In Playwright</vt:lpstr>
      <vt:lpstr>Videos In Playwright</vt:lpstr>
      <vt:lpstr>Dropdown In Playwright</vt:lpstr>
      <vt:lpstr>Reports In Playwright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Nigade</dc:creator>
  <cp:lastModifiedBy>istqb.trainer@devlabsalliance.com</cp:lastModifiedBy>
  <cp:revision>577</cp:revision>
  <dcterms:created xsi:type="dcterms:W3CDTF">2023-09-13T09:44:58Z</dcterms:created>
  <dcterms:modified xsi:type="dcterms:W3CDTF">2024-10-10T07:15:08Z</dcterms:modified>
</cp:coreProperties>
</file>